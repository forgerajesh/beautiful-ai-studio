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Open with why AI literacy matters for QA architecture: faster feedback, smarter prioritization, better engineering decisions.
Timing: 3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Use one practical example from your team where noisy test data caused poor results. Explain AI/ML/DL with concentric-circle analogy.
Timing: ~5-6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Demo a bad prompt vs good prompt. Emphasize “trust but verify” for enterprise outputs.
Timing: ~5-6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Relate to DevOps maturity model. Show how AI ops mirrors software ops with extra data/prompt dimensions.
Timing: ~5-6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Share one real incident example from industry (hallucination/compliance breach) and mitigation checklist.
Timing: ~5-6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Map each AI use case to ROI metric: cycle time, defect leakage, flaky rate, effort saved.
Timing: ~5-6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End with action items: pick one pilot, define metrics, assign owners, set review cadence.
Timing: ~5-6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
Facilitate 8-10 min activity, then 2-3 teams share. Close with next sprint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280160"/>
            <a:ext cx="6766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AI Mind Map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Premium Teaching Deck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For Automation Architects • 45-minute session</a:t>
            </a:r>
            <a:endParaRPr lang="en-US" sz="1800" dirty="0"/>
          </a:p>
        </p:txBody>
      </p:sp>
      <p:pic>
        <p:nvPicPr>
          <p:cNvPr id="4" name="Image 0" descr="/home/vnc/.openclaw/workspace/projects/ai-visuals/foundation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06640" y="1097280"/>
            <a:ext cx="438912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1) Foundations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Automation Architect Peer Teaching Series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60350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54864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AI is umbrella, ML is subset, DL is neural-network subset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Data quality &gt; model complexity in early wins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Train/Validation/Test split prevents false confidence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Overfit vs underfit decisions drive architecture choices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0" y="1234440"/>
            <a:ext cx="50749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/home/vnc/.openclaw/workspace/projects/ai-visuals/foundation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03720" y="1463040"/>
            <a:ext cx="4617720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75120" y="5394960"/>
            <a:ext cx="507492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3720" y="56692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</a:rPr>
              <a:t>Key takeaway: AI is umbrella, ML is subset, DL is neural-network subset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2) Generative AI &amp; LLM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Automation Architect Peer Teaching Series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60350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54864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LLM output quality depends on context and grounding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Prompt design controls structure and intent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RAG reduces hallucination by retrieving trusted sources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Temperature/top-p tune creativity vs consistency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0" y="1234440"/>
            <a:ext cx="50749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/home/vnc/.openclaw/workspace/projects/ai-visuals/llm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03720" y="1463040"/>
            <a:ext cx="4617720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75120" y="5394960"/>
            <a:ext cx="507492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3720" y="56692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</a:rPr>
              <a:t>Key takeaway: LLM output quality depends on context and grounding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3) AI Engineering (MLOps/LLMOps)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Automation Architect Peer Teaching Series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60350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54864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Production AI = pipeline + versioning + observability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CI/CD for prompts/models prevents regressions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Monitor drift, latency, cost, and accuracy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Use governance gates before broad rollout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0" y="1234440"/>
            <a:ext cx="50749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/home/vnc/.openclaw/workspace/projects/ai-visuals/mlop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03720" y="1463040"/>
            <a:ext cx="4617720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75120" y="5394960"/>
            <a:ext cx="507492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3720" y="56692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</a:rPr>
              <a:t>Key takeaway: Production AI = pipeline + versioning + observability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4) Responsible AI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Automation Architect Peer Teaching Series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60350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54864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Bias, privacy, and security must be built-in from day one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Prompt injection and data leakage are real attack vectors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Human-in-the-loop for high-risk decisions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Governance ensures compliance and auditability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0" y="1234440"/>
            <a:ext cx="50749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/home/vnc/.openclaw/workspace/projects/ai-visuals/responsible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03720" y="1463040"/>
            <a:ext cx="4617720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75120" y="5394960"/>
            <a:ext cx="507492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3720" y="56692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</a:rPr>
              <a:t>Key takeaway: Bias, privacy, and security must be built-in from day one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5) AI in Test Automation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Automation Architect Peer Teaching Series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60350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54864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Use AI where signal gain is high: test design, triage, prioritization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Keep deterministic assertions for release-critical checks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Self-healing and clustering reduce maintenance noise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A11y + visual intelligence can broaden quality coverage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0" y="1234440"/>
            <a:ext cx="50749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/home/vnc/.openclaw/workspace/projects/ai-visuals/testing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03720" y="1463040"/>
            <a:ext cx="4617720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75120" y="5394960"/>
            <a:ext cx="507492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3720" y="56692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</a:rPr>
              <a:t>Key takeaway: Use AI where signal gain is high: test design, triage, prioritization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6) 90-Day Adoption Roadmap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Automation Architect Peer Teaching Series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603504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554480"/>
            <a:ext cx="54864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30 days: literacy + glossary + pilot selection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60 days: production PoC with measurable KPIs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90 days: governance, templates, scale-out plan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Review outcomes quarterly and refine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75120" y="1234440"/>
            <a:ext cx="507492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8" name="Image 0" descr="/home/vnc/.openclaw/workspace/projects/ai-visuals/roadma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03720" y="1463040"/>
            <a:ext cx="4617720" cy="3474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675120" y="5394960"/>
            <a:ext cx="5074920" cy="105156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03720" y="56692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</a:rPr>
              <a:t>Key takeaway: 30 days: literacy + glossary + pilot selection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Q&amp;A + Workshop Exercise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</a:rPr>
              <a:t>Hands-on peer enablement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Exercise: Design one AI-enabled testing workflow for your product area.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303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Template: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1) Problem statement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2) AI use case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3) Data sources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4) Risks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5) Success metric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6) Rollout plan</a:t>
            </a:r>
            <a:endParaRPr lang="en-US" sz="1800" dirty="0"/>
          </a:p>
        </p:txBody>
      </p:sp>
      <p:pic>
        <p:nvPicPr>
          <p:cNvPr id="7" name="Image 0" descr="/home/vnc/.openclaw/workspace/projects/ai-visuals/roadma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1920240"/>
            <a:ext cx="5029200" cy="347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2026-02-09T18:43:14Z</dcterms:created>
  <dcterms:modified xsi:type="dcterms:W3CDTF">2026-02-09T18:43:14Z</dcterms:modified>
</cp:coreProperties>
</file>