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</a:rPr>
              <a:t>ETL Automation using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Presentable Architecture Deck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A config-driven, enterprise-ready ETL testing platform with AI triage, intelligent planning, and executive reporting.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3054096"/>
            <a:ext cx="2267712" cy="347472"/>
          </a:xfrm>
          <a:prstGeom prst="roundRect">
            <a:avLst>
              <a:gd name="adj" fmla="val 1315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455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Triage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493008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Root-cause hints and remediation actions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2926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12464" y="3054096"/>
            <a:ext cx="2267712" cy="347472"/>
          </a:xfrm>
          <a:prstGeom prst="roundRect">
            <a:avLst>
              <a:gd name="adj" fmla="val 1315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1455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Config First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49040" y="3493008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Contracts + tests as versioned config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926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7104" y="3054096"/>
            <a:ext cx="2267712" cy="347472"/>
          </a:xfrm>
          <a:prstGeom prst="roundRect">
            <a:avLst>
              <a:gd name="adj" fmla="val 1315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1455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Ops Ready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3493008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CI/CD, reports, notifications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29260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81744" y="3054096"/>
            <a:ext cx="1719072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314553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MCP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18320" y="3493008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Agent tool surface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ETLQ Architecture •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</a:rPr>
              <a:t>Why this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Business and engineering outcomes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93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7EB"/>
                </a:solidFill>
              </a:rPr>
              <a:t>Faster detection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08960" y="16093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Catch data quality regressions before BI/ML impact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237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7EB"/>
                </a:solidFill>
              </a:rPr>
              <a:t>Lower MTTR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25237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AI-guided triage shortens incident diagnosis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381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7EB"/>
                </a:solidFill>
              </a:rPr>
              <a:t>Auditability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08960" y="34381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Evidence-rich artifacts for governance and compliance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525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7EB"/>
                </a:solidFill>
              </a:rPr>
              <a:t>Scalability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43525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Adapter pattern avoids warehouse lock-in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669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7EB"/>
                </a:solidFill>
              </a:rPr>
              <a:t>Adoption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8960" y="52669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</a:rPr>
              <a:t>Executive-ready HTML/PDF/JUnit outputs for all stakeholders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ETLQ Architecture •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</a:rPr>
              <a:t>Layered ETL AI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Reference view from channels to execution and delivery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241280" cy="868680"/>
          </a:xfrm>
          <a:prstGeom prst="roundRect">
            <a:avLst>
              <a:gd name="adj" fmla="val 736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545336"/>
            <a:ext cx="2194560" cy="621792"/>
          </a:xfrm>
          <a:prstGeom prst="roundRect">
            <a:avLst>
              <a:gd name="adj" fmla="val 735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465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0" y="172821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</a:rPr>
              <a:t>ETL configs, contracts, metadata, lineage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22960" y="2386584"/>
            <a:ext cx="10241280" cy="868680"/>
          </a:xfrm>
          <a:prstGeom prst="roundRect">
            <a:avLst>
              <a:gd name="adj" fmla="val 736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514600"/>
            <a:ext cx="2194560" cy="621792"/>
          </a:xfrm>
          <a:prstGeom prst="roundRect">
            <a:avLst>
              <a:gd name="adj" fmla="val 735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1576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Engine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0" y="26974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</a:rPr>
              <a:t>Config loader, planner, assertion engine, adapter interface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10241280" cy="868680"/>
          </a:xfrm>
          <a:prstGeom prst="roundRect">
            <a:avLst>
              <a:gd name="adj" fmla="val 736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483864"/>
            <a:ext cx="2194560" cy="621792"/>
          </a:xfrm>
          <a:prstGeom prst="roundRect">
            <a:avLst>
              <a:gd name="adj" fmla="val 73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850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Execution Adapters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366674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</a:rPr>
              <a:t>SQLite now; Snowflake/BigQuery/Databricks planned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22960" y="4325112"/>
            <a:ext cx="10241280" cy="868680"/>
          </a:xfrm>
          <a:prstGeom prst="roundRect">
            <a:avLst>
              <a:gd name="adj" fmla="val 736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453128"/>
            <a:ext cx="2194560" cy="621792"/>
          </a:xfrm>
          <a:prstGeom prst="roundRect">
            <a:avLst>
              <a:gd name="adj" fmla="val 735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65429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Intelligence Layer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46360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</a:rPr>
              <a:t>AI triage, severity ranker, test generation agent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22960" y="5294376"/>
            <a:ext cx="10241280" cy="868680"/>
          </a:xfrm>
          <a:prstGeom prst="roundRect">
            <a:avLst>
              <a:gd name="adj" fmla="val 736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5422392"/>
            <a:ext cx="2194560" cy="621792"/>
          </a:xfrm>
          <a:prstGeom prst="roundRect">
            <a:avLst>
              <a:gd name="adj" fmla="val 73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6235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Delivery Layer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56052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</a:rPr>
              <a:t>CLI, MCP server, JUnit/HTML/PDF, email notifications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ETLQ Architecture •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</a:rPr>
              <a:t>Runtime Flow (Operational Sequence)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How a run executes from trigger to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356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5E7EB"/>
                </a:solidFill>
              </a:rPr>
              <a:t>User/CI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1353312" y="1783080"/>
            <a:ext cx="0" cy="42062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28016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14356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5E7EB"/>
                </a:solidFill>
              </a:rPr>
              <a:t>ETLQ CLI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953512" y="1783080"/>
            <a:ext cx="0" cy="42062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28016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14356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5E7EB"/>
                </a:solidFill>
              </a:rPr>
              <a:t>Runner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553712" y="1783080"/>
            <a:ext cx="0" cy="42062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128016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14356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5E7EB"/>
                </a:solidFill>
              </a:rPr>
              <a:t>Adapter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153912" y="1783080"/>
            <a:ext cx="0" cy="42062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28016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14356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5E7EB"/>
                </a:solidFill>
              </a:rPr>
              <a:t>AI Triage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754112" y="1783080"/>
            <a:ext cx="0" cy="42062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128016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14356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5E7EB"/>
                </a:solidFill>
              </a:rPr>
              <a:t>Reporter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354312" y="1783080"/>
            <a:ext cx="0" cy="42062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95560" y="128016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22992" y="14356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5E7EB"/>
                </a:solidFill>
              </a:rPr>
              <a:t>Notifier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0954512" y="1783080"/>
            <a:ext cx="0" cy="420624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5880" y="2148840"/>
            <a:ext cx="15087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353312" y="1984248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run command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0" y="2514600"/>
            <a:ext cx="15087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953512" y="2350008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load + plan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26280" y="2880360"/>
            <a:ext cx="15087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553712" y="2715768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execute checks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3246120"/>
            <a:ext cx="-15087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153912" y="3081528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results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26280" y="3611880"/>
            <a:ext cx="32004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553712" y="3447288"/>
            <a:ext cx="3108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failures → triage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726680" y="3977640"/>
            <a:ext cx="-32004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754112" y="3813048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remediation hints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26280" y="4343400"/>
            <a:ext cx="48006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553712" y="4178808"/>
            <a:ext cx="4709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build artifacts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326880" y="4709160"/>
            <a:ext cx="15087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9354312" y="4544568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policy-based email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ETLQ Architecture •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</a:rPr>
              <a:t>AI Intelligence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Evidence-first AI that assists, not overrides, test truth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682496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7393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Triage Helper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2926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Consumes failed checks and evidence snippets to suggest probable causes and next actions.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682496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7393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 Generator 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2121408"/>
            <a:ext cx="2926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Uses schema + lineage context to propose missing tests and contract checks.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3024" y="1682496"/>
            <a:ext cx="2816352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7393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Severity Ranker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0" y="2121408"/>
            <a:ext cx="27432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Prioritizes failures by business impact and policy thresholds.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10424160" cy="164592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Guardrails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5720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9CA3AF"/>
                </a:solidFill>
              </a:rPr>
              <a:t>• AI suggestions are advisory; assertions remain deterministic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3AF"/>
                </a:solidFill>
              </a:rPr>
              <a:t>• Reports include evidence and reproducible checks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CA3AF"/>
                </a:solidFill>
              </a:rPr>
              <a:t>• No sensitive values in logs/artifacts by design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ETLQ Architecture •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</a:rPr>
              <a:t>Deployment Topology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Dev, CI, and Data Platform responsibilities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56816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4825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 Workspace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292608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ETLQ CLI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Local adapter (SQLite)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Authoring configs &amp; rules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3984" y="1956816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04825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CI/CD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2395728"/>
            <a:ext cx="292608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Pipeline trigger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Automated runs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JUnit/HTML/PDF artifacts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0" y="182880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1956816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04825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Platform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0" y="2395728"/>
            <a:ext cx="292608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Warehouse/Lakehouse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Secrets manager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Orchestrator hooks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3154680"/>
            <a:ext cx="2286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3154680"/>
            <a:ext cx="2286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ETLQ Architecture •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</a:rPr>
              <a:t>Roadmap to Enterprise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Phased maturation of ETL AI automation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28800"/>
            <a:ext cx="548640" cy="621792"/>
          </a:xfrm>
          <a:prstGeom prst="roundRect">
            <a:avLst>
              <a:gd name="adj" fmla="val 5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57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7EB"/>
                </a:solidFill>
              </a:rPr>
              <a:t>Phase 1 (Now)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737360" y="2167128"/>
            <a:ext cx="9052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9CA3AF"/>
                </a:solidFill>
              </a:rPr>
              <a:t>Core engine + SQLite + AI triage + reports + MCP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822960" y="2816352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999232"/>
            <a:ext cx="548640" cy="621792"/>
          </a:xfrm>
          <a:prstGeom prst="roundRect">
            <a:avLst>
              <a:gd name="adj" fmla="val 5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278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30449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7EB"/>
                </a:solidFill>
              </a:rPr>
              <a:t>Phase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737360" y="3337560"/>
            <a:ext cx="9052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9CA3AF"/>
                </a:solidFill>
              </a:rPr>
              <a:t>Warehouse adapters + CI policy gates + flaky quarantine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22960" y="3986784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169664"/>
            <a:ext cx="548640" cy="621792"/>
          </a:xfrm>
          <a:prstGeom prst="roundRect">
            <a:avLst>
              <a:gd name="adj" fmla="val 5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982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42153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7EB"/>
                </a:solidFill>
              </a:rPr>
              <a:t>Phase 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737360" y="4507992"/>
            <a:ext cx="9052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9CA3AF"/>
                </a:solidFill>
              </a:rPr>
              <a:t>Lineage API integration + anomaly detection + cost-aware planning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22960" y="5157216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340096"/>
            <a:ext cx="548640" cy="621792"/>
          </a:xfrm>
          <a:prstGeom prst="roundRect">
            <a:avLst>
              <a:gd name="adj" fmla="val 5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56869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53858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E7EB"/>
                </a:solidFill>
              </a:rPr>
              <a:t>Phase 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737360" y="5678424"/>
            <a:ext cx="9052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9CA3AF"/>
                </a:solidFill>
              </a:rPr>
              <a:t>Enterprise RBAC, audit dashboards, broader notification channels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ETLQ Architecture •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</a:rPr>
              <a:t>ETL AI Automation — Ready to Present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Architecture is aligned for implementation, operations, and leadership reporting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9966960" cy="292608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Deliverable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2514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ETL_AI_Automation_Architecture_Deck.pptx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31089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</a:rPr>
              <a:t>Use this deck for stakeholder alignment, technical planning, and release governance discussions.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ETLQ Architecture •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ETLQ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AI Automation Architecture</dc:title>
  <dc:subject>ETL Automation using AI</dc:subject>
  <dc:creator>OpenClaw</dc:creator>
  <cp:lastModifiedBy>OpenClaw</cp:lastModifiedBy>
  <cp:revision>1</cp:revision>
  <dcterms:created xsi:type="dcterms:W3CDTF">2026-02-13T10:54:46Z</dcterms:created>
  <dcterms:modified xsi:type="dcterms:W3CDTF">2026-02-13T10:54:46Z</dcterms:modified>
</cp:coreProperties>
</file>