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Jira → VS Code → Git → CI/CD Pipeline → Test Execution → Reporting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Simple compatible architecture diagram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7830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1901952"/>
            <a:ext cx="1636776" cy="32004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8424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1) Jira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Requirements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User stories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Test case mapping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828800"/>
            <a:ext cx="17830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4872" y="1901952"/>
            <a:ext cx="1636776" cy="32004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98424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2) VS 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3317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Author tests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AI-assisted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Local validation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17830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F14E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1901952"/>
            <a:ext cx="1636776" cy="320040"/>
          </a:xfrm>
          <a:prstGeom prst="rect">
            <a:avLst/>
          </a:prstGeom>
          <a:solidFill>
            <a:srgbClr val="F14E32"/>
          </a:solidFill>
          <a:ln w="12700">
            <a:solidFill>
              <a:srgbClr val="F14E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98424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3) Git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23317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Commit + branch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 review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Merge controls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17830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1901952"/>
            <a:ext cx="1636776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98424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4)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3317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Build + lint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Test stages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Quality gates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66760" y="1828800"/>
            <a:ext cx="17830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9912" y="1901952"/>
            <a:ext cx="1636776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198424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5) Execution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58200" y="23317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UI/API/ETL runs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Retries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Artifacts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378440" y="1828800"/>
            <a:ext cx="17830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51592" y="1901952"/>
            <a:ext cx="1636776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198424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6) Reporting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69880" y="233172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Dashboards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Notifications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Feedback to Jira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274320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114800" y="274320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26480" y="274320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138160" y="274320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49840" y="274320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108960" y="4572000"/>
            <a:ext cx="54864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4846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</a:rPr>
              <a:t>Continuous feedback loop: Reporting outcomes create/annotate Jira defects and refine future test design.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881360" y="3703320"/>
            <a:ext cx="-8686800" cy="86868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VSCode Git Pipeline Architecture</dc:title>
  <dc:subject>PptxGenJS Presentation</dc:subject>
  <dc:creator>OpenClaw</dc:creator>
  <cp:lastModifiedBy>OpenClaw</cp:lastModifiedBy>
  <cp:revision>1</cp:revision>
  <dcterms:created xsi:type="dcterms:W3CDTF">2026-02-13T11:15:52Z</dcterms:created>
  <dcterms:modified xsi:type="dcterms:W3CDTF">2026-02-13T11:15:52Z</dcterms:modified>
</cp:coreProperties>
</file>