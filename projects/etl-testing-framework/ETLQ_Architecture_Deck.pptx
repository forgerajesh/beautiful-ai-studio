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</a:rPr>
              <a:t>ETLQ Architecture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Scalable ETL/ELT Testing Automation Framework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1. Problem &amp; Goals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Prevent silent data failures across source → staging → transform → marts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Provide config-driven, CI/CD-ready, cloud-agnostic test automation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Add AI triage + executive reporting for fast remediation and stakeholder visibility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2. System Context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Sources (DB/Files/APIs) feed ETL/ELT pipelines into warehouse/lakehouse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ETLQ executes quality checks and publishes artifacts (JUnit, HTML, PDF)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AI agent adds root-cause guidance; notifications push to email/teams channels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3. Core Components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Config Layer: tests.yaml, entities.yaml, business_rules.yaml, lineage.yaml, tiers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Execution Core: loader, planner, assertions, adapter abstraction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Intelligence Layer: AI triage, LangGraph agent, auto test generation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Delivery Layer: ETLQ CLI, MCP server, reports, notifications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4. Runtime Flow (Plan → Execute → Analyze)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Load config and resolve placeholders for entities/rules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Run selected checks via adapters (parallel-ready design)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Capture failures with SQL/sample evidence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Invoke AI remediation and publish executive outputs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5. Decoupling Strategy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Table names abstracted via entity mappings (logical → physical)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Business logic centralized in reusable rule catalog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Environment migration requires mapping updates, not test rewrites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6. AI + Agent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AI triage enriches assertion failures with actionable fixes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LangGraph pipeline: Plan node → Execute node → Analyze node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Metadata-driven generator creates tests from schema + lineage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Severity ranker applies business impact and table criticality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7. MCP Integration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MCP tools expose health, test run, generation, AI analysis, email actions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Enables external agent/tool orchestration and operational automation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Designed for future role-based access controls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8. Reporting &amp; Leadership UX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ETLQ single command creates narrative executive report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Trend view: 7-day failure sparkline + run deltas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Flaky checks: exact JUnit-history based scoring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CIO one-page summary artifact for leadership communication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9. Security, Reliability, Cost Controls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Secrets via env/vault; least-privilege access recommended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Deterministic checks + controlled retries for non-deterministic failures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Planned query budgets/timeouts/sampling for cost governance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10. Deployment Topology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Developer local mode (SQLite demo) for rapid iteration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CI mode with severity gates and artifact publishing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Target: cloud adapters for Snowflake/BigQuery/Databricks at enterprise scale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11. Roadmap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Phase 1 (Now): core framework + AI + MCP + executive reporting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Phase 2: cloud adapters + Slack/Teams + policy gates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Phase 3: lineage API integration + anomaly detection + governance dashboards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</a:rPr>
              <a:t>Thank You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Next step: adapter hardening + CI production rollout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2026-02-10T02:05:38Z</dcterms:created>
  <dcterms:modified xsi:type="dcterms:W3CDTF">2026-02-10T02:05:38Z</dcterms:modified>
</cp:coreProperties>
</file>