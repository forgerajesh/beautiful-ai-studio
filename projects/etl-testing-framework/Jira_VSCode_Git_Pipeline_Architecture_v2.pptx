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Beautiful Delivery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F"/>
                </a:solidFill>
              </a:rPr>
              <a:t>Jira → VS Code → Git → CI/CD Pipeline → Test Execution → Reporting &amp; Feedback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1) Jira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User stories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Test case linkage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15768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25496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2) VS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62072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Author automation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AI-assisted test design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Local validation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32888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74336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84064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F14E32"/>
          </a:solidFill>
          <a:ln w="12700">
            <a:solidFill>
              <a:srgbClr val="F14E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3) Git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Branch 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Pull requests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Code review gates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91456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32904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42632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4) CI/CD Pipeline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79208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Build + lint + security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Unit/API/UI test stages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Quality thresholds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50024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91472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0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7776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5) Execution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37776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Parallel test runners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Self-healing retries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Environment matrix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08592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86200" y="4389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95928" y="4498848"/>
            <a:ext cx="3621024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32504" y="4581144"/>
            <a:ext cx="35478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6) Reporting &amp; Observability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32504" y="4919472"/>
            <a:ext cx="35478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Dashboards, trend analytics, artifacts, notifications (Telegram/Email), and defect creation back to Jira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966960" y="3611880"/>
            <a:ext cx="-2103120" cy="86868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86200" y="5120640"/>
            <a:ext cx="-2560320" cy="-150876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9728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3CF"/>
                </a:solidFill>
              </a:rPr>
              <a:t>Continuous feedback loop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DB0"/>
                </a:solidFill>
              </a:rPr>
              <a:t>Reference architecture • Adaptable for ETL / API / UI / Security testing programs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to Pipeline Architecture</dc:title>
  <dc:subject>PptxGenJS Presentation</dc:subject>
  <dc:creator>OpenClaw</dc:creator>
  <cp:lastModifiedBy>OpenClaw</cp:lastModifiedBy>
  <cp:revision>1</cp:revision>
  <dcterms:created xsi:type="dcterms:W3CDTF">2026-02-13T11:05:10Z</dcterms:created>
  <dcterms:modified xsi:type="dcterms:W3CDTF">2026-02-13T11:05:10Z</dcterms:modified>
</cp:coreProperties>
</file>