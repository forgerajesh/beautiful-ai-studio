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</a:rPr>
              <a:t>AI Keywords Mind Map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</a:rPr>
              <a:t>(Visual Teaching Deck)</a:t>
            </a:r>
            <a:endParaRPr lang="en-US" sz="4000" dirty="0"/>
          </a:p>
        </p:txBody>
      </p:sp>
      <p:pic>
        <p:nvPicPr>
          <p:cNvPr id="3" name="Image 0" descr="/home/vnc/.openclaw/workspace/projects/ai-visuals/foundation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89520" y="1097280"/>
            <a:ext cx="420624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1) Foundations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66928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AI vs ML vs DL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Data, Features, Labels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Train / Validation / Test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Overfitting vs Underfitting</a:t>
            </a:r>
            <a:endParaRPr lang="en-US" sz="1800" dirty="0"/>
          </a:p>
        </p:txBody>
      </p:sp>
      <p:pic>
        <p:nvPicPr>
          <p:cNvPr id="4" name="Image 0" descr="/home/vnc/.openclaw/workspace/projects/ai-visuals/foundation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09360" y="914400"/>
            <a:ext cx="54864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2) Generative AI &amp; LLM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66928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Tokens and context window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Prompt engineering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Temperature / Top-p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RAG and grounding</a:t>
            </a:r>
            <a:endParaRPr lang="en-US" sz="1800" dirty="0"/>
          </a:p>
        </p:txBody>
      </p:sp>
      <p:pic>
        <p:nvPicPr>
          <p:cNvPr id="4" name="Image 0" descr="/home/vnc/.openclaw/workspace/projects/ai-visuals/llm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09360" y="914400"/>
            <a:ext cx="54864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3) AI Engineering (MLOps/LLMOps)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66928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Data pipeline to deployment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Model/version governance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Monitoring and drift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CI/CD for models</a:t>
            </a:r>
            <a:endParaRPr lang="en-US" sz="1800" dirty="0"/>
          </a:p>
        </p:txBody>
      </p:sp>
      <p:pic>
        <p:nvPicPr>
          <p:cNvPr id="4" name="Image 0" descr="/home/vnc/.openclaw/workspace/projects/ai-visuals/mlop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09360" y="914400"/>
            <a:ext cx="54864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4) Responsible AI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66928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Bias and fairness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Privacy and PII safety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Prompt injection risks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Human-in-the-loop</a:t>
            </a:r>
            <a:endParaRPr lang="en-US" sz="1800" dirty="0"/>
          </a:p>
        </p:txBody>
      </p:sp>
      <p:pic>
        <p:nvPicPr>
          <p:cNvPr id="4" name="Image 0" descr="/home/vnc/.openclaw/workspace/projects/ai-visuals/responsib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09360" y="914400"/>
            <a:ext cx="54864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5) AI in Test Automation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66928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Test generation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Self-healing locators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Failure triage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Accessibility intelligence</a:t>
            </a:r>
            <a:endParaRPr lang="en-US" sz="1800" dirty="0"/>
          </a:p>
        </p:txBody>
      </p:sp>
      <p:pic>
        <p:nvPicPr>
          <p:cNvPr id="4" name="Image 0" descr="/home/vnc/.openclaw/workspace/projects/ai-visuals/testing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09360" y="914400"/>
            <a:ext cx="54864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6) Adoption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66928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30 days: literacy + pilot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60 days: production PoC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90 days: scale and governance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Track ROI metrics</a:t>
            </a:r>
            <a:endParaRPr lang="en-US" sz="1800" dirty="0"/>
          </a:p>
        </p:txBody>
      </p:sp>
      <p:pic>
        <p:nvPicPr>
          <p:cNvPr id="4" name="Image 0" descr="/home/vnc/.openclaw/workspace/projects/ai-visuals/roadma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09360" y="914400"/>
            <a:ext cx="5486400" cy="3474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2026-02-09T18:41:44Z</dcterms:created>
  <dcterms:modified xsi:type="dcterms:W3CDTF">2026-02-09T18:41:44Z</dcterms:modified>
</cp:coreProperties>
</file>