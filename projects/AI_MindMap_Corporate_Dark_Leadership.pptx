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</a:rPr>
              <a:t>AI Mind Map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</a:rPr>
              <a:t>Corporate Leadership Edition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Strategy • Risk • Delivery Acceleration</a:t>
            </a:r>
            <a:endParaRPr lang="en-US" sz="1800" dirty="0"/>
          </a:p>
        </p:txBody>
      </p:sp>
      <p:pic>
        <p:nvPicPr>
          <p:cNvPr id="4" name="Image 0" descr="/home/vnc/.openclaw/workspace/projects/ai-visuals/ll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0" y="1188720"/>
            <a:ext cx="43891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Strategic Foundations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Leadership Briefing • AI Capability Uplift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58521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Shared AI vocabulary reduces execution friction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AI/ML/DL alignment improves investment decisions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Data readiness is the leading success predictor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Define value hypotheses before tooling choices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45720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/home/vnc/.openclaw/workspace/projects/ai-visuals/foundation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0920" y="1325880"/>
            <a:ext cx="411480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Executive lens: impact, risk, speed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GenAI &amp; LLM Operating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Leadership Briefing • AI Capability Uplift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58521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RAG for factual grounding and control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Prompt patterns as reusable enterprise assets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Guardrails for policy, privacy, compliance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Human validation for critical workflows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45720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/home/vnc/.openclaw/workspace/projects/ai-visuals/ll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0920" y="1325880"/>
            <a:ext cx="411480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Executive lens: impact, risk, speed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AI Engineering Governance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Leadership Briefing • AI Capability Uplift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58521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MLOps/LLMOps for repeatable delivery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Version control for data, prompts, models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Observability for quality, latency, cost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Release gates and rollback strategy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45720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/home/vnc/.openclaw/workspace/projects/ai-visuals/mlop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0920" y="1325880"/>
            <a:ext cx="411480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Executive lens: impact, risk, speed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Risk, Trust, and Compliance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Leadership Briefing • AI Capability Uplift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58521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Bias and fairness assurance checkpoints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Prompt injection and data leakage defenses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Auditability and decision traceability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Clear accountability model across teams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45720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/home/vnc/.openclaw/workspace/projects/ai-visuals/responsib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0920" y="1325880"/>
            <a:ext cx="411480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Executive lens: impact, risk, speed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Automation Transformation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Leadership Briefing • AI Capability Uplift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58521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AI-assisted test design and prioritization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Defect triage and root-cause acceleration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Self-healing + deterministic assertions balance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Measure ROI through cycle-time and leakage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45720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/home/vnc/.openclaw/workspace/projects/ai-visuals/testing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0920" y="1325880"/>
            <a:ext cx="411480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Executive lens: impact, risk, speed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Leadership Roadmap (90 Days)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Leadership Briefing • AI Capability Uplift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58521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Month 1: literacy + use-case selection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Month 2: pilot execution with KPI tracking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Month 3: standardize playbooks and controls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Quarterly: optimize portfolio and scale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45720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/home/vnc/.openclaw/workspace/projects/ai-visuals/road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0920" y="1325880"/>
            <a:ext cx="411480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Executive lens: impact, risk, speed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Decision Slide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Approve pilot scope + governance charter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</a:rPr>
              <a:t>Recommended next step: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</a:rPr>
              <a:t>Launch 2 high-value AI pilots with measurable KPIs and executive oversight.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KPIs: lead time reduction, escaped defects, engineer productivity, model reliability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2026-02-09T18:45:06Z</dcterms:created>
  <dcterms:modified xsi:type="dcterms:W3CDTF">2026-02-09T18:45:06Z</dcterms:modified>
</cp:coreProperties>
</file>