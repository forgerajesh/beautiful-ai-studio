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Security Testing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Prepared for Raj • 2026-02-09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What is security testing?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Key types of security testing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Typical testing workflow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Popular tools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Best practices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Reporting and remediation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</a:rPr>
              <a:t>What is Security Testing?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Identifies vulnerabilities in apps, systems, and networks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Protects Confidentiality, Integrity, and Availability (CIA)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Reduces breach risk and compliance exposure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Should be continuous, not a one-time activity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</a:rPr>
              <a:t>Types of Security Testing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Vulnerability Scanning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Penetration Testing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SAST (Static code analysis)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DAST (Runtime/web testing)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API Security Testing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Configuration &amp; Compliance Testing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</a:rPr>
              <a:t>Typical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Define scope and assets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Threat model high-risk areas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Run automated scans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Manually validate findings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Prioritize by severity and impact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Remediate and re-test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</a:rPr>
              <a:t>Common Tools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Network: Nmap, Nessus, OpenVAS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Web: Burp Suite, OWASP ZAP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Code: Semgrep, SonarQube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Cloud: ScoutSuite, Prowler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Containers/Deps: Trivy, Snyk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</a:rPr>
              <a:t>Best Practices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Shift security left in SDLC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Automate checks in CI/CD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Use least privilege and secrets management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Track SLAs for remediation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Retest to verify closure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</a:rPr>
              <a:t>Reporting Deliverables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Executive summary (business impact)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Technical details with evidence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Severity scoring (e.g., CVSS)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Clear remediation guidance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Retest status and final closure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Testing Presentation</dc:title>
  <dc:subject>Security Testing</dc:subject>
  <dc:creator>OpenClaw Assistant</dc:creator>
  <cp:lastModifiedBy>OpenClaw Assistant</cp:lastModifiedBy>
  <cp:revision>1</cp:revision>
  <dcterms:created xsi:type="dcterms:W3CDTF">2026-02-09T15:42:08Z</dcterms:created>
  <dcterms:modified xsi:type="dcterms:W3CDTF">2026-02-09T15:42:08Z</dcterms:modified>
</cp:coreProperties>
</file>