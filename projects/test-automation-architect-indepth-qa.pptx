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Test Automation Architect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In-depth Interview Questions &amp; Model Answers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How to Use This Deck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Practice answering each question in 2 layers: executive summary (30 sec) + deep dive (2-3 min)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Use examples from your own projects: scale, stack, constraints, business impact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For architecture questions, always cover trade-offs, risk, and evolution path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For leadership questions, show alignment with dev, QA, product, and platform teams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Strategy &amp; Vision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do you define an enterprise test automation strategy for a multi-team organization?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Start with business goals (release frequency, escaped defects, lead time, MTTR) and map quality objectives to them.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Define a testing pyramid + risk-based model by product area (unit, API/service, contract, UI, non-functional).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Establish standards: framework conventions, coding quality, test data, environment, reporting, flakiness controls.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Create governance without blocking: golden paths, reusable libraries, and architecture review checkpoints.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Track outcomes with scorecards (automation ROI, stability, cycle-time impact), then iterate quarterly.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What principles guide your automation framework architecture?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Modularity: separate test intent from execution plumbing (drivers, data, reporting, infra).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Layered design: domain/business actions over raw selectors/API calls to improve maintainability.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Extensibility: plugin model for browsers, devices, environments, and reporting sinks.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Observability-first: logs, traces, screenshots/videos, network capture, and correlation IDs built in.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Determinism: stable test data, idempotent setup/teardown, isolated tests, and retry policies only at safe layers.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Tool Selection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do you choose between Playwright/Cypress/Selenium and API tools?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Pick based on constraints: browser matrix, team skillset, CI speed, debugging ergonomics, and ecosystem support.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Prefer API/service tests for high signal and speed; UI tests only for critical user journeys and contract validation.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Evaluate TCO: onboarding time, flake rate, maintenance burden, parallelization cost, cloud/device lab needs.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Run a 2-4 week proof of value with measurable KPIs before standardizing.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CI/CD Integration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should automation be integrated into CI/CD pipelines?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Gate by risk tiers: fast checks on pull request, broader suites on merge/nightly, full regression by release readiness.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Use test impact analysis and tagging to reduce feedback time and avoid noisy pipeline failures.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Publish actionable reports in one place (build links, flaky insights, ownership mapping, trend dashboards).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Enable auto-quarantine workflows for flaky tests with strict SLA to fix or remove technical debt.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Flaky Tests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do you systematically reduce flaky tests?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Classify root causes: synchronization, environment instability, shared state, test data drift, product defects.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Implement explicit waits on business signals, not arbitrary sleeps; isolate network dependencies where possible.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Control environment drift with ephemeral environments or immutable test baselines.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Track flake index per suite/team and make reliability a quality KPI for engineering leadership.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API &amp; Contract Testing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What is the role of API and contract testing in architecture?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API tests validate behavior quickly and should cover majority of integration risk.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Contract tests prevent consumer-provider drift and reduce late-cycle integration failures.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Use schema/version governance and backward-compatibility checks in pipeline gates.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Keep UI tests thin by validating business logic and edge cases at API/service layer.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Test Data Strategy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do you design test data management for scale?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Combine synthetic data generation with masked production-like datasets where legally compliant.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Provide deterministic data factories and versioned fixtures for repeatable runs.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Adopt data lifecycle controls: seed, refresh, cleanup, and traceability for each run.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Avoid cross-test coupling; each test should own its data context.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Environment Strategy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do you handle test environments in distributed microservices?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Define environment contracts and readiness checks (health, dependencies, feature flags, data state).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Use service virtualization for unstable or costly downstream dependencies.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Adopt ephemeral test environments for critical branches to minimize contention.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Instrument environment reliability metrics; unstable envs are a platform issue, not only QA issue.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Shift Left &amp; Shift Right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do you balance shift-left and shift-right quality practices?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Shift-left: static analysis, unit/component tests, contract checks, and developer-owned quality gates.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Shift-right: canary validation, synthetic monitoring, production observability, and chaos/resilience checks.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Close the loop: feed production incidents and telemetry back into pre-release tests and risk models.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Performance Testing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Where does performance testing fit in automation architecture?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Embed baseline performance checks in CI for regressions; run deep load/stress/soak in scheduled stages.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Test at multiple layers (API, DB, queue, end-to-end) with clear SLO alignment.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Correlate test metrics with APM traces to identify bottlenecks quickly.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Treat performance budgets as release criteria for critical services.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Security Testing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do you incorporate security testing into test automation?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Integrate SAST, dependency/container scanning, secrets scanning, and DAST in CI pipelines.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Prioritize by exploitability + business impact; enforce SLAs by severity.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Automate abuse-case tests for authn/authz, rate limiting, input validation, and session security.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Partner with AppSec to maintain threat models and security test playbooks.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AI in Testing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What is a pragmatic way to adopt AI in test automation?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Use AI for test idea generation, risk prediction, failure triage, and flaky root-cause clustering.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Keep human review for assertions and high-risk release decisions; avoid blind AI-generated test trust.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Measure value: reduced triage time, improved coverage quality, lower maintenance overhead.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Establish governance for model drift, prompt/version control, and data privacy.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Metrics &amp; ROI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do you prove ROI of automation to leadership?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Track escaped defect trend, release cycle time, mean time to detect, and deployment confidence.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Show cost avoidance: reduced manual regression effort and faster incident prevention.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Report stability metrics (flake rate, pass reliability, pipeline failure attribution).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Link quality improvements to business outcomes (customer satisfaction, uptime, revenue protection).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Org Design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Should test automation be centralized or embedded?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Use a federated model: embedded quality engineers in squads + central architecture/platform enablement.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Central team owns standards, tooling, and reusable assets; squads own test outcomes for their domain.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Define clear ownership model for flaky tests, environment issues, and release gates.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Leadership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do you drive adoption when teams resist framework standards?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Lead with enablement, not mandates: templates, workshops, office hours, migration support.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Demonstrate wins with pilot teams and publish objective before/after metrics.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Create lightweight guardrails and make the paved road easiest path.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Tie standards to fewer incidents and faster releases, not compliance for its own sake.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Migration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How would you migrate from a legacy brittle framework to modern architecture?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Assess current pain points and prioritize high-value migration slices by risk and usage.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Run dual-track strategy: stabilize legacy critical paths while building new framework foundations.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Migrate by domain with compatibility adapters; avoid big-bang rewrite.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Define clear decommission criteria and sunset plan for old suites.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Sample Scenario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A critical release is blocked due to 20% flaky E2E suite failures. What do you do?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Initiate incident-style triage: isolate product defects vs infra vs test-code issues within hours.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Use risk-based release decision: rely on stable signals (API/component tests, canary, recent prod behavior).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Quarantine known flaky tests with documented risk acceptance and immediate remediation owners.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Implement postmortem and prevention plan (stability SLAs, env hardening, reliability dashboards).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Final Interview Tips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06424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What separates a strong Test Automation Architect candidate?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Strong Answer (what interviewers want)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Thinks in systems: quality is architecture + platform + people + process.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Explains trade-offs clearly and ties decisions to measurable outcomes.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Balances technical depth with organizational influence and execution realism.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Demonstrates a repeatable playbook for scaling quality across teams.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Good luck, Raj!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Want a version with speaker notes and your project examples?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Automation Architect - In-depth Q&amp;A</dc:title>
  <dc:subject>Interview Preparation</dc:subject>
  <dc:creator>OpenClaw Assistant</dc:creator>
  <cp:lastModifiedBy>OpenClaw Assistant</cp:lastModifiedBy>
  <cp:revision>1</cp:revision>
  <dcterms:created xsi:type="dcterms:W3CDTF">2026-02-09T15:44:42Z</dcterms:created>
  <dcterms:modified xsi:type="dcterms:W3CDTF">2026-02-09T15:44:42Z</dcterms:modified>
</cp:coreProperties>
</file>