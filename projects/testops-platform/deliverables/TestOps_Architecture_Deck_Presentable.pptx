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TestOps 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</a:rPr>
              <a:t>Unified AI Testing Architecture — Executive Deck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</a:rPr>
              <a:t>From requirement intake to governed release promotion, with multi-agent orchestration, self-healing execution, and enterprise observability.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303580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AI-Driven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297180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5768" y="303580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Policy-Governed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297180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303580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 Ready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297180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B54708"/>
          </a:solidFill>
          <a:ln w="12700">
            <a:solidFill>
              <a:srgbClr val="B547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303580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 Native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424160" cy="192024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Architecture scope in this deck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</a:rPr>
              <a:t>• Channel &amp; API control plane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</a:rPr>
              <a:t>• Agentic intelligence modules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</a:rPr>
              <a:t>• Queue, execution, healing, and evaluation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</a:rPr>
              <a:t>• Artifacts, telemetry, traceability, analytics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</a:rPr>
              <a:t>• Enterprise integrations and delivery lifecycle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Confidential • TestOps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End-to-End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</a:rPr>
              <a:t>Business flow across product teams, QA, and release governance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910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1. Intake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59105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Requirements, risks, acceptance criteria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12848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408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2. 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34086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AI planner selects test strategy &amp; scope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962656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90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3. Build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30906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Generate/update tests, data and environments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12464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4. Execute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840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Run web/API/mobile + security/accessibility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462272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5. Heal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459028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Auto-repair fragile selectors and retry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212080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3400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6. Evaluate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534009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Quality gates, contracts, policy checks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961888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60899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7. Promote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608990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Approval workflow + release decision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Confidential • TestOps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Layered Reference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</a:rPr>
              <a:t>Separation of concerns for scale, governance, and maintainability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1F293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36192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0078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Channel &amp; UI 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0" y="1664208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Web React Studio, Telegram, WhatsApp, API clients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267712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1F293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340864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0545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Control Plane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FastAPI gateway, workflow orchestration, auth/RBAC, channel routing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072384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1F293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145536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101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Intelligence Layer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3273552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Playwright/API/Security/Accessibility agents, planner, policy engine, doctor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877056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1F293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950208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148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Execution Layer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4078224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Queue backends, runners, self-healing, eval harness, promotion gates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681728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1F293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75488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91947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&amp; Observability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4882896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Artifacts, traceability matrix, telemetry/logbus, executive analytics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48640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1F293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559552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7241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Enterprise Integrations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74720" y="5687568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Jira, TestRail, CI/CD, repos, external quality/security tools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Confidential • TestOps 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Control Plane Deep Dive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</a:rPr>
              <a:t>How requests are ingested, authorized, and orchestrated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727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Ingress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847088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• React UI and chat channels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• External API triggers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• Unified request model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480560" y="1463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57276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847088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• JWT/authN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• RBAC + tenant guard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• Policy pre-checks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01752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57276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Orchestration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1847088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• Workflow engine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• Agent routing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• Run-state tracking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069080" y="2240280"/>
            <a:ext cx="365760" cy="274320"/>
          </a:xfrm>
          <a:prstGeom prst="chevron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2240280"/>
            <a:ext cx="365760" cy="274320"/>
          </a:xfrm>
          <a:prstGeom prst="chevron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3192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1605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Outcome: predictable, auditable control flow before any execution starts.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7B3"/>
                </a:solidFill>
              </a:rPr>
              <a:t>This allows enterprise teams to enforce quality, security, and compliance controls consistently across all test runs.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Confidential • TestOps Platform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Agentic Intelligence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</a:rPr>
              <a:t>Specialized agents coordinated by strategy and governance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9080" y="141732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60520" y="16733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Service + Registry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971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Playwright Agent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05940" y="2103120"/>
            <a:ext cx="0" cy="59436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27432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2971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API Agent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46220" y="2103120"/>
            <a:ext cx="0" cy="59436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27432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2971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Security Agent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86500" y="2103120"/>
            <a:ext cx="0" cy="59436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27432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971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Accessibility Agent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26780" y="2103120"/>
            <a:ext cx="0" cy="59436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0" y="27432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65792" y="2971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Non-Functional Agent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767060" y="2103120"/>
            <a:ext cx="0" cy="59436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1148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Strategy Planner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59028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Chooses risk-based test mix, depth, and prioritization per change set.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309360" y="411480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Policy + Doctor Engines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459028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DA7B3"/>
                </a:solidFill>
              </a:rPr>
              <a:t>Enforces governance rules and generates next-best actions for faster remediation.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Confidential • TestOps Platform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Execution, Healing &amp; Promotion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</a:rPr>
              <a:t>Reliability architecture for stable and trustworthy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848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Queue Backends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73552" y="20848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Runners (Web/API/Mobile)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182880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25312" y="20848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Self-Healing Engine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0848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Evaluation Harness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365760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91363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</a:rPr>
              <a:t>Promotion Gates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0" y="2075688"/>
            <a:ext cx="320040" cy="228600"/>
          </a:xfrm>
          <a:prstGeom prst="chevron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0680" y="2075688"/>
            <a:ext cx="320040" cy="228600"/>
          </a:xfrm>
          <a:prstGeom prst="chevron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2075688"/>
            <a:ext cx="320040" cy="228600"/>
          </a:xfrm>
          <a:prstGeom prst="chevron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2606040"/>
            <a:ext cx="-2651760" cy="100584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6565392" y="3502152"/>
            <a:ext cx="228600" cy="274320"/>
          </a:xfrm>
          <a:prstGeom prst="chevron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3904488"/>
            <a:ext cx="-822960" cy="-228600"/>
          </a:xfrm>
          <a:prstGeom prst="chevron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983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A7B3"/>
                </a:solidFill>
              </a:rPr>
              <a:t>Feedback loop repairs flaky selectors and improves resilience over time.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Confidential • TestOps 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Data, Artifacts &amp; Observability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</a:rPr>
              <a:t>Make test execution explainable, traceable, and executive-readable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5740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6712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Artifacts Store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7B3"/>
                </a:solidFill>
              </a:rPr>
              <a:t>Reports, screenshots, logs, SARIF outputs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0" y="205740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16712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Traceability Matrix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274320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7B3"/>
                </a:solidFill>
              </a:rPr>
              <a:t>Requirement → test → defect → release linkage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205740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16712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Telemetry + LogBus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274320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7B3"/>
                </a:solidFill>
              </a:rPr>
              <a:t>Runtime signals, structured events, exporters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82880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205740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16712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Executive Analytics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0" y="274320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A7B3"/>
                </a:solidFill>
              </a:rPr>
              <a:t>Maturity trends, pass rates, risk posture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Confidential • TestOps Platform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Enterprise Integration Surface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</a:rPr>
              <a:t>Embed TestOps into existing SDLC and governance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Ecosystem Connectors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64592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Governance Outputs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• Jira sync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• TestRail updates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3703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• CI/CD pipeline hooks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4389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• Git provider events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• Security tooling (Semgrep/Bandit/Trivy/ZAP)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3017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• Artifact export &amp; retention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3703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• Policy compliance evidence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</a:rPr>
              <a:t>• Release audit trail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Confidential • TestOps Platform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Implementation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</a:rPr>
              <a:t>Pragmatic rollout to production-grade operations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424160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10512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025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86537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Phase 1 (0-4 weeks)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2148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7B3"/>
                </a:solidFill>
              </a:rPr>
              <a:t>Core control plane, baseline agents, run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61488"/>
            <a:ext cx="10424160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926080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1810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9809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Phase 2 (4-8 weeks)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326440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7B3"/>
                </a:solidFill>
              </a:rPr>
              <a:t>Self-healing + policy gates + integrations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877056"/>
            <a:ext cx="10424160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41648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336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40965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Phase 3 (8-12 weeks)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4379976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7B3"/>
                </a:solidFill>
              </a:rPr>
              <a:t>Executive analytics + traceability + governance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992624"/>
            <a:ext cx="10424160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157216"/>
            <a:ext cx="594360" cy="594360"/>
          </a:xfrm>
          <a:prstGeom prst="roundRect">
            <a:avLst>
              <a:gd name="adj" fmla="val 49231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4924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52120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Phase 4 (12+ weeks)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5495544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7B3"/>
                </a:solidFill>
              </a:rPr>
              <a:t>Optimization, cost control, scale-out operations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Confidential • TestOps Platform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7B3"/>
                </a:solidFill>
              </a:rPr>
              <a:t>TestOps Platform Architecture — Ready for stakeholder review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9418320" cy="2926080"/>
          </a:xfrm>
          <a:prstGeom prst="roundRect">
            <a:avLst>
              <a:gd name="adj" fmla="val 3750"/>
            </a:avLst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60604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• Unified architecture across channels, agents, execution, and governance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• Designed for enterprise controls, reliability, and traceability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• Executive-ready reporting and integration with existing SDLC stack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• Clear phased rollout path from pilot to scale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45720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7B3"/>
                </a:solidFill>
              </a:rPr>
              <a:t>Deliverable: TestOps_Architecture_Deck_Presentable.pptx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Prepared by OpenClaw • 2026-02-13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TestOps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TestOps Platform Architecture</dc:title>
  <dc:subject>Unified AI Testing Platform Architecture</dc:subject>
  <dc:creator>OpenClaw</dc:creator>
  <cp:lastModifiedBy>OpenClaw</cp:lastModifiedBy>
  <cp:revision>1</cp:revision>
  <dcterms:created xsi:type="dcterms:W3CDTF">2026-02-13T10:48:31Z</dcterms:created>
  <dcterms:modified xsi:type="dcterms:W3CDTF">2026-02-13T10:48:31Z</dcterms:modified>
</cp:coreProperties>
</file>