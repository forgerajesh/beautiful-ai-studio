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8"/>
                </a:solidFill>
              </a:rPr>
              <a:t>TestOps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9875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</a:rPr>
              <a:t>Enterprise Architecture — Agentic, Multi-Channel, Self-Healing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234440" cy="384048"/>
          </a:xfrm>
          <a:prstGeom prst="roundRect">
            <a:avLst/>
          </a:prstGeom>
          <a:solidFill>
            <a:srgbClr val="2962FF"/>
          </a:solidFill>
          <a:ln w="1270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Agents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783080"/>
            <a:ext cx="1325880" cy="384048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8745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1783080"/>
            <a:ext cx="1463040" cy="384048"/>
          </a:xfrm>
          <a:prstGeom prst="round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74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783080"/>
            <a:ext cx="2011680" cy="384048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874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Integrations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331720"/>
            <a:ext cx="1088136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9748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</a:rPr>
              <a:t>• Unified entry: Web UI + Telegram + WhatsApp + API clients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41071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</a:rPr>
              <a:t>• Control plane: FastAPI workflows, RBAC, channel registry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123944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</a:rPr>
              <a:t>• Specialized agents: Playwright, API, Security, Accessibility, Non-functional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837176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</a:rPr>
              <a:t>• Execution fabric: queue orchestration, self-healing, evaluation harness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555040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</a:rPr>
              <a:t>• Enterprise outputs: artifacts, traceability, telemetry, analytics, Jira/TestRail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End-to-End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2057400" cy="566928"/>
          </a:xfrm>
          <a:prstGeom prst="roundRect">
            <a:avLst/>
          </a:prstGeom>
          <a:solidFill>
            <a:srgbClr val="2962FF"/>
          </a:solidFill>
          <a:ln w="12700">
            <a:solidFill>
              <a:srgbClr val="296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10332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&amp; Channels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97480" y="8686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70632" y="10149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React E2E Studio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37760" y="8686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10149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Telegram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8686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51192" y="10149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WhatsApp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18320" y="8686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2" y="10149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External APIs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737360"/>
            <a:ext cx="2057400" cy="566928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90195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 Plane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173736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88366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FastAPI Gateway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173736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188366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Auth/RBAC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173736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1192" y="188366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Workflow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18320" y="173736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188366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Channel Registry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606040"/>
            <a:ext cx="2057400" cy="566928"/>
          </a:xfrm>
          <a:prstGeom prst="round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77063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Agentic Layer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260604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0632" y="275234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Agent Service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60604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75234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Agent Registry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260604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275234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Specialized Agents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18320" y="260604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91472" y="275234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Strategy/Policy/Doctor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3474720"/>
            <a:ext cx="2057400" cy="566928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63931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Execution Fabric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97480" y="347472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70632" y="362102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Queue Executor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37760" y="347472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62102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Web/API/Mobile Runners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178040" y="347472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51192" y="362102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Self-Healing Engine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418320" y="347472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91472" y="362102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Eval + Promotion Gates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11480" y="4343400"/>
            <a:ext cx="2057400" cy="566928"/>
          </a:xfrm>
          <a:prstGeom prst="roundRect">
            <a:avLst/>
          </a:prstGeom>
          <a:solidFill>
            <a:srgbClr val="344054"/>
          </a:solidFill>
          <a:ln w="12700">
            <a:solidFill>
              <a:srgbClr val="3440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" y="450799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&amp; Insight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97480" y="434340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70632" y="448970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Artifacts Store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37760" y="434340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448970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Telemetry + LogBus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178040" y="434340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51192" y="448970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Traceability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418320" y="434340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91472" y="448970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Executive Analytics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5212080"/>
            <a:ext cx="2057400" cy="566928"/>
          </a:xfrm>
          <a:prstGeom prst="roundRect">
            <a:avLst/>
          </a:prstGeom>
          <a:solidFill>
            <a:srgbClr val="6246EA"/>
          </a:solidFill>
          <a:ln w="12700">
            <a:solidFill>
              <a:srgbClr val="6246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" y="53766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Integrations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697480" y="52120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70632" y="53583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Jira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937760" y="52120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53583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TestRail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178040" y="52120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51192" y="53583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CI/CD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418320" y="5212080"/>
            <a:ext cx="2103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91472" y="53583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Security Toolchain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749040" y="144475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749040" y="231343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3749040" y="318211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749040" y="405079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749040" y="491947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989320" y="144475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989320" y="231343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5989320" y="318211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5989320" y="405079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5989320" y="491947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229600" y="144475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8229600" y="231343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8229600" y="318211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229600" y="405079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8229600" y="491947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0469880" y="144475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0469880" y="231343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10469880" y="318211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0469880" y="405079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10469880" y="4919472"/>
            <a:ext cx="0" cy="219456"/>
          </a:xfrm>
          <a:prstGeom prst="line">
            <a:avLst/>
          </a:prstGeom>
          <a:noFill/>
          <a:ln w="12700">
            <a:solidFill>
              <a:srgbClr val="A0AABE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594360" y="635508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Architecture v1.0 • Well-designed stakeholder deck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TestOps Platform Architecture Deck</dc:title>
  <dc:subject>PptxGenJS Presentation</dc:subject>
  <dc:creator>OpenClaw</dc:creator>
  <cp:lastModifiedBy>OpenClaw</cp:lastModifiedBy>
  <cp:revision>1</cp:revision>
  <dcterms:created xsi:type="dcterms:W3CDTF">2026-02-13T10:40:52Z</dcterms:created>
  <dcterms:modified xsi:type="dcterms:W3CDTF">2026-02-13T10:40:52Z</dcterms:modified>
</cp:coreProperties>
</file>