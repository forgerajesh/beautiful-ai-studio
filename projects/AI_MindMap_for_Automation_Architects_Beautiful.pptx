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72A"/>
                </a:solidFill>
              </a:rPr>
              <a:t>AI Mind Map for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0F172A"/>
                </a:solidFill>
              </a:rPr>
              <a:t>Automation Architects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Teach your peers with clear keywords, real examples, and practical adoption steps.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86800" y="914400"/>
            <a:ext cx="28346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0" y="128016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Audience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• QA Leads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• SDETs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• Architects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Outcome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AI literacy + action plan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Agenda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 practical map of AI concepts for engineering teams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Foundations: AI vs ML vs DL and core concepts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Machine Learning + Deep Learning essentials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Generative AI and LLM keywords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AI Engineering: MLOps, LLMOps, and productionization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Responsible AI: risk, privacy, governance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AI in Test Automation: high-value use cases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Execution roadmap for your team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515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1. Foundations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Build a common language before tools and hype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AI Foundations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What every architect must align 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AI: broad umbrella for systems that perform human-like cognitive tasks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ML: algorithms learn patterns from data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DL: neural-network-based ML for complex patterns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Rule of thumb: use the simplest model that solves the business problem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Core Terminology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These terms appear in almost every AI discussion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Dataset, Feature, Label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Training set, Validation set, Test set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Inference: model prediction on unseen input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Generalization: ability to perform well on real-world data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Model Quality Concepts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How models fail and how to correct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Overfitting: great on train data, poor in production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Underfitting: too simple; misses signal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Bias-Variance tradeoff: balance simplicity vs flexibility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Data quality often impacts outcomes more than algorithm choice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515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2. Machine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Learn model types and evaluation language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ML Learning Types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Pick paradigm based on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Supervised Learning: labeled data (classification/regression)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Unsupervised Learning: discover structure (clustering/association)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Reinforcement Learning: optimize actions via rewards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Semi-supervised: blend small labeled with large unlabeled sets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Metrics You Must Know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Talk outcomes, not model names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Classification: Accuracy, Precision, Recall, F1, ROC-AUC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Regression: MAE, RMSE, R²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Imbalanced data: prioritize Precision/Recall over plain Accuracy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Always align metric choice with business cost of errors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515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3. Deep Learning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Understand where neural networks shine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Deep Learning Building Blocks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Architect-level 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Neural Networks: layers + weights + activation functions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CNN: image and visual pattern recognition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RNN/LSTM: sequence modeling (legacy for time/series/text)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Transformers: modern state-of-the-art for language and multimodal tasks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Embeddings: convert meaning into vectors for similarity and retrieval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515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4. Generative AI &amp; LLMs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The keyword zone your peers ask about most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Generative AI Keywords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Explain these clearly during teaching sessions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LLM (Large Language Model)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Token and Context Window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Prompt Engineering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Temperature / Top-p (creativity control)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Hallucination and grounding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RAG (Retrieval-Augmented Generation)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Fine-tuning vs Prompt tuning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LLM in Enterprise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From demo to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Guardrails: policy filters + prompt constraints + output validation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Tool calling: let LLM use trusted systems (APIs, DB, test tools)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Evaluation: factuality, latency, cost, safety, and user utility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Observability: prompt logs, error taxonomies, feedback loops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515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5. AI Engineering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Operationalize models with discipline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AI/ML Engineering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Essential components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Data pipeline and data contracts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Feature engineering and feature stores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Model training pipeline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Model serving + inference APIs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Monitoring: drift, quality decay, latency, cost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MLOps &amp; LLMOps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DevOps principles for AI systems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Version everything: data, prompts, models, evaluation sets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CI/CD for AI: automated eval gates before promotion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Canary releases and rollback strategy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Continuous retraining or prompt iteration based on telemetry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515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6. Responsible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Trust, safety,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Responsible AI Checklist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Non-negotiables for enterprise adoption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Fairness and bias detection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Explainability for critical decisions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Privacy and PII protection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Security threats: prompt injection, data exfiltration, model abuse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Governance: approvals, audits, and policy controls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Human-in-the-loop for high-risk outputs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515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7. AI in Test Automation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Your strongest architect value-add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High-Value AI Use Cases in QA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Where ROI usually appears first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Requirement-to-test-case generation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Self-healing locator strategies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Risk-based test prioritization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Failure clustering and root-cause hints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Synthetic test data generation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Accessibility and visual regression intelligence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AI Testing Governance Model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Keep quality, speed, and trust balanced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Policy: what AI can auto-approve vs what needs reviewer sign-off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Quality gates: deterministic assertions still mandatory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Metrics: flakiness, escaped defects, cycle time, productivity gains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Playbook: pilot → harden → scale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80160"/>
            <a:ext cx="10515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21031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8. Adoption Roadmap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Turn learning into execution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90-Day Rollout Plan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Pragmatic path for peer enablement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Days 1–30: AI literacy sessions + terminology baseline + pilot selection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Days 31–60: build 1–2 production-quality PoCs with success metrics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Days 61–90: standardize framework, governance, and reporting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Create an internal AI glossary and reusable templates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Teaching Tips for Your Peer Sessions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Make complex concepts stick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Use one concept + one analogy + one real project example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Show mistakes intentionally (hallucination, bias, flaky AI checks)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Balance hype with architecture trade-offs and constraints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E293B"/>
                </a:solidFill>
              </a:rPr>
              <a:t>End every section with “what this changes in our delivery model”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Want me to create speaker notes + workshop exercises + quiz?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28016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0" y="1645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Next Assets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• 90-min trainer script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• Glossary handout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• Q&amp;A bank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8A"/>
                </a:solidFill>
              </a:rPr>
              <a:t>• Demo checklist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Raj Learning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Mind Map - Teaching Deck</dc:title>
  <dc:subject>AI Mind Map for Automation Architects</dc:subject>
  <dc:creator>OpenClaw Assistant</dc:creator>
  <cp:lastModifiedBy>OpenClaw Assistant</cp:lastModifiedBy>
  <cp:revision>1</cp:revision>
  <dcterms:created xsi:type="dcterms:W3CDTF">2026-02-09T18:26:16Z</dcterms:created>
  <dcterms:modified xsi:type="dcterms:W3CDTF">2026-02-09T18:26:16Z</dcterms:modified>
</cp:coreProperties>
</file>